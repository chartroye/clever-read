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011AF-3445-A665-510F-B730886FB6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8B56E82-4DB0-8FC9-C0D0-EE75E71485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0A0426-97BC-FFD2-7914-6E3029DDD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030A6-A0A4-4AD1-BE2E-3FF886DC37D8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ADF3FA-8AC6-98AD-072A-7893EE937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BC7BE77-3F4E-3C66-385D-6E6015E68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24C5A-D8E3-41F0-8FAC-0A4CD11AAF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39297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1A1A66-E7EE-5EBB-DD31-3539B1AF6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80FA44-5DCE-86CE-3AD0-DD6FF3BD86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BB65B1-2BD8-5FE1-2F5A-56C409232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030A6-A0A4-4AD1-BE2E-3FF886DC37D8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21FADB-F1EA-60E0-4045-17FE50D4A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D0CB8B5-1C6B-DE90-4F96-CBC720CAA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24C5A-D8E3-41F0-8FAC-0A4CD11AAF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2184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8DC8C6-D2A6-75A4-F5BF-852237CF7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A02F755-E2E5-4736-1D24-85ACD04991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96BEE9-A60E-B239-DE5E-24EE79AF3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030A6-A0A4-4AD1-BE2E-3FF886DC37D8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1CAFB1-4F4C-72DE-5F77-F6DDDF8C3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6C7902F-1171-9383-AFAD-586BA8FB9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24C5A-D8E3-41F0-8FAC-0A4CD11AAF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1932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DE291D-2B45-F889-076D-79980A362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35EE251-15A2-B2D8-A271-02D911A27F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D2DCC76-9D47-F5B8-3E34-6841B1318F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C5BADDD-FEA3-C58A-8996-2A5B9D33B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030A6-A0A4-4AD1-BE2E-3FF886DC37D8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0029C3C-4FD2-5C88-1F98-C83050965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36FCA02-4CC3-8895-10AD-004FEB279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24C5A-D8E3-41F0-8FAC-0A4CD11AAF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0183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687CEC-3BAC-092D-E130-89D333CA7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F624CD0-CA31-35CF-2FAF-1AE856535D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B06AC51-AE2D-5F6D-CD57-DA4CACD4CB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EBA2D02-CC4D-26D1-5ABD-4F917A047B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D1DCCA9-313B-822D-4D94-74CAD17D84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04C9512-37BB-BEAF-FCC0-C3AD29E83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030A6-A0A4-4AD1-BE2E-3FF886DC37D8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1917321-EBDD-7F1B-D567-CA1060715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4B74D14-AE82-FFEF-0812-684B5F8A4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24C5A-D8E3-41F0-8FAC-0A4CD11AAF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1703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D42B59-B450-7840-04C8-34C9238A4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43C200E-0ED3-D96C-30E7-756138FE3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030A6-A0A4-4AD1-BE2E-3FF886DC37D8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1901BA2-C7EE-79E8-2DD1-DD2E37642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EC4077D-B009-7201-8DEF-E06DB345E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24C5A-D8E3-41F0-8FAC-0A4CD11AAF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2865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FA03416-8EB4-1C75-0AF9-6CBEA3906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030A6-A0A4-4AD1-BE2E-3FF886DC37D8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74F93A0-FEEE-1F43-9D26-53CB9C314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D69336D-1651-CFA0-127C-CA2880171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24C5A-D8E3-41F0-8FAC-0A4CD11AAF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0980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764700-1303-B2F2-FD67-DF247BEF5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8ADD5C-072F-07C0-A1DB-E4F192EBDF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300AD92-660C-F086-749A-B015595557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0B5985D-A10F-1835-BC84-860B494C4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030A6-A0A4-4AD1-BE2E-3FF886DC37D8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80152BC-E5F3-AC78-7FAC-780E6078C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CB88962-A7EA-E5EF-1E63-3B0AF02AF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24C5A-D8E3-41F0-8FAC-0A4CD11AAF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7314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C5F263-8E7A-0469-488F-7D0CC1DD6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24E0499-585F-790A-C043-B70C35C7C017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71B8F85-36BC-5648-3B83-DDFF70FF72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CBEDF56-F4A5-5B3A-4E3C-7999C4220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030A6-A0A4-4AD1-BE2E-3FF886DC37D8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3FE4622-881B-0539-B8BC-700437006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50234B3-6ED6-F848-1C7C-297EC92A6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24C5A-D8E3-41F0-8FAC-0A4CD11AAF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0654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16A425-67CF-AC52-9EFF-C76426117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99CFCF1-E47A-C239-6367-BAFD9F7771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764EEC-53B1-4B7C-D39D-261948B8F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030A6-A0A4-4AD1-BE2E-3FF886DC37D8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6C5FC8-6922-DE00-66EF-9CC38ADE9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1F7F8D-EC58-C44A-517E-46E9BF83B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24C5A-D8E3-41F0-8FAC-0A4CD11AAF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6733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A7CE39A-0CDA-5D89-7168-CD4E2A3D30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B904A21-FB43-B59B-A12D-67D03EB96B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C4781F-8004-8A39-4C84-006E7CD96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030A6-A0A4-4AD1-BE2E-3FF886DC37D8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A646B0-6302-3115-890F-35AFE0EB0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884451-F6A1-C5C1-03EB-0ABDEBC66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24C5A-D8E3-41F0-8FAC-0A4CD11AAF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5954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B0738D8-C9C3-A7C1-7ADC-BA8A39533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8DE3030-BC64-D0EC-7D1A-788B9DBACF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593A3C-A06D-F5D0-DE08-F828333459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4030A6-A0A4-4AD1-BE2E-3FF886DC37D8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6C057A-B633-F78F-225D-AD86CDB70A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F3431B-42F6-4890-C230-0FF7FAF3AA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524C5A-D8E3-41F0-8FAC-0A4CD11AAF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5630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FCFB680-00DD-7180-6C64-ABD2288616E9}"/>
              </a:ext>
            </a:extLst>
          </p:cNvPr>
          <p:cNvSpPr txBox="1"/>
          <p:nvPr/>
        </p:nvSpPr>
        <p:spPr>
          <a:xfrm>
            <a:off x="571500" y="406400"/>
            <a:ext cx="10922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3600" b="1"/>
              <a:t>PPT Reading Test</a:t>
            </a:r>
            <a:endParaRPr lang="zh-CN" altLang="en-US" sz="3600" b="1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1A3F3D4-86FA-6677-E1DC-167992AC16CA}"/>
              </a:ext>
            </a:extLst>
          </p:cNvPr>
          <p:cNvSpPr txBox="1"/>
          <p:nvPr/>
        </p:nvSpPr>
        <p:spPr>
          <a:xfrm>
            <a:off x="571500" y="1587500"/>
            <a:ext cx="5334000" cy="156966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400">
                <a:latin typeface="Arial" panose="020B0604020202020204" pitchFamily="34" charset="0"/>
              </a:rPr>
              <a:t>Self-attention uses queries, keys and values.</a:t>
            </a:r>
          </a:p>
          <a:p>
            <a:r>
              <a:rPr lang="en-US" altLang="zh-CN" sz="2400">
                <a:latin typeface="Arial" panose="020B0604020202020204" pitchFamily="34" charset="0"/>
              </a:rPr>
              <a:t>An assumption is a premise, not an observed conclusion.</a:t>
            </a:r>
            <a:endParaRPr lang="zh-CN" altLang="en-US" sz="2400">
              <a:latin typeface="Arial" panose="020B060402020202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7F2B3F1-3F65-B218-D9E6-418FB6982F0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0" y="1587500"/>
            <a:ext cx="5080000" cy="31750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5D847763-AA39-239B-91AA-8ECE3CDAEDA9}"/>
              </a:ext>
            </a:extLst>
          </p:cNvPr>
          <p:cNvSpPr txBox="1"/>
          <p:nvPr/>
        </p:nvSpPr>
        <p:spPr>
          <a:xfrm>
            <a:off x="571500" y="5715000"/>
            <a:ext cx="10922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600"/>
              <a:t>&lt;img src=x onerror=alert(1)&gt; must remain text.</a:t>
            </a:r>
            <a:endParaRPr lang="zh-CN" altLang="en-US" sz="1600"/>
          </a:p>
        </p:txBody>
      </p:sp>
    </p:spTree>
    <p:extLst>
      <p:ext uri="{BB962C8B-B14F-4D97-AF65-F5344CB8AC3E}">
        <p14:creationId xmlns:p14="http://schemas.microsoft.com/office/powerpoint/2010/main" val="35839114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3D30F80-FD13-BEEA-5CE3-EDA7A89BFAD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317500"/>
            <a:ext cx="10668000" cy="622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117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</Words>
  <Application>Microsoft Office PowerPoint</Application>
  <PresentationFormat>自定义</PresentationFormat>
  <Paragraphs>4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Charlie Puth</dc:creator>
  <cp:lastModifiedBy>Charlie Puth</cp:lastModifiedBy>
  <cp:revision>1</cp:revision>
  <dcterms:created xsi:type="dcterms:W3CDTF">2026-10-09T11:03:09Z</dcterms:created>
  <dcterms:modified xsi:type="dcterms:W3CDTF">2026-10-09T11:03:09Z</dcterms:modified>
</cp:coreProperties>
</file>